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SupplyPilot AI | Ctrl + Me | SDC Hackathon 2026</dc:title>
  <dc:subject>Original PDF slides, faithful PPTX conversion</dc:subject>
  <dc:creator>Ctrl + Me</dc:creator>
  <cp:keywords/>
  <dc:description>Slides converted as high-resolution full-page images from the approved original PDF. Visual elements not individually editable.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